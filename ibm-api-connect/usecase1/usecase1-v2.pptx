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5" r:id="rId2"/>
    <p:sldId id="274" r:id="rId3"/>
    <p:sldId id="273" r:id="rId4"/>
    <p:sldId id="272" r:id="rId5"/>
    <p:sldId id="275" r:id="rId6"/>
    <p:sldId id="276" r:id="rId7"/>
    <p:sldId id="271" r:id="rId8"/>
    <p:sldId id="277" r:id="rId9"/>
    <p:sldId id="278" r:id="rId10"/>
    <p:sldId id="279" r:id="rId11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79397-3E40-264A-B242-8D1C9C924096}" type="datetimeFigureOut">
              <a:rPr lang="en-TH" smtClean="0"/>
              <a:t>20/2/2026 R</a:t>
            </a:fld>
            <a:endParaRPr lang="en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31715-6500-3841-96ED-06590FD87B7F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676141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31715-6500-3841-96ED-06590FD87B7F}" type="slidenum">
              <a:rPr lang="en-TH" smtClean="0"/>
              <a:t>9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38985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307C7-A12D-DE67-B3B5-1F733E4C8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05D369-E6EC-361E-E844-1E6831F89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B2C6A-BBA9-6D57-25E2-BDF3DE121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2D792-0008-BB42-8DA9-44AA2DF6F843}" type="datetimeFigureOut">
              <a:rPr lang="en-TH" smtClean="0"/>
              <a:t>20/2/2026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47D2D-ADF0-7ED4-B19A-252AFD2F6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25B80-565A-3640-D47A-8FC1B64F0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35AA-E6AA-7D4F-BD66-B58C1619211B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963358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48D2E-A585-4727-13D4-1CD2B54AF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373CF-49AA-ED36-52EC-190191C8E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B7ABE-5C9F-23E1-F938-D4F769C10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2D792-0008-BB42-8DA9-44AA2DF6F843}" type="datetimeFigureOut">
              <a:rPr lang="en-TH" smtClean="0"/>
              <a:t>20/2/2026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082CF-9357-D720-0809-0C9DDCF31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AC6B2-6C37-92EA-4B4A-4D730382C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35AA-E6AA-7D4F-BD66-B58C1619211B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440952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48D36-9900-AC88-23B9-64DBD05F8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2F84D-930A-86C0-84B7-17707DF19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633B7-2B59-FB58-5A96-9D91F9580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2D792-0008-BB42-8DA9-44AA2DF6F843}" type="datetimeFigureOut">
              <a:rPr lang="en-TH" smtClean="0"/>
              <a:t>20/2/2026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49776-C8D2-8753-EB66-DE00052E7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194A4-2E10-3E1D-235C-56276B29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35AA-E6AA-7D4F-BD66-B58C1619211B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841264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E7332-17C7-6E9D-DAE6-6EEF3171D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F0747-076A-1320-69E6-AAE97A795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B4D67-4215-7BBF-A707-EBCA0DC6C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FEBD-B3ED-4E8D-6664-1D2998C1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2D792-0008-BB42-8DA9-44AA2DF6F843}" type="datetimeFigureOut">
              <a:rPr lang="en-TH" smtClean="0"/>
              <a:t>20/2/2026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F0BE9-1162-BCA5-9ECD-1EE56B72B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A8AB4-9835-8A45-CA05-567956E6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35AA-E6AA-7D4F-BD66-B58C1619211B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38379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3C193-6991-A67B-AE95-2B4C1E9FA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E40E9-65E8-3129-1B47-CF42F12AA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CEE688-C03F-EA3B-69D5-19F5C2008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C3DF73-5606-DF6D-33CE-B31D7680F9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145979-C2B3-0275-EC9A-0CE278DBB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3EB0AC-68A5-047D-7183-943E63D2E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2D792-0008-BB42-8DA9-44AA2DF6F843}" type="datetimeFigureOut">
              <a:rPr lang="en-TH" smtClean="0"/>
              <a:t>20/2/2026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ACED2B-44C1-2CFD-3B4D-F14F723ED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CE21A-4395-99F3-8409-A88E051B1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35AA-E6AA-7D4F-BD66-B58C1619211B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013706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8FD67-6332-FF6A-FDCA-304099DD8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44966-0F3A-F984-215F-9A4DA0AE2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2D792-0008-BB42-8DA9-44AA2DF6F843}" type="datetimeFigureOut">
              <a:rPr lang="en-TH" smtClean="0"/>
              <a:t>20/2/2026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47685-BDCE-6B71-30B6-2D903A6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E1CD3-ABC9-2455-DD84-B2B151BB5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35AA-E6AA-7D4F-BD66-B58C1619211B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674153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C0E498-A16B-F51B-0FF9-5836452BE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2D792-0008-BB42-8DA9-44AA2DF6F843}" type="datetimeFigureOut">
              <a:rPr lang="en-TH" smtClean="0"/>
              <a:t>20/2/2026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97AD9C-2C18-8ED5-5DEB-DD4E8EB8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DE80E-D756-EF55-15E6-98E606073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35AA-E6AA-7D4F-BD66-B58C1619211B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668664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9FDB-91B4-1B2F-7A8B-9FCB4FE1D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2280F-1DE8-54EB-89B0-80DAB0598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FC29A-48A0-457B-2493-B79D21E13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C21D31-4FDC-5EB3-C947-D09E4DE60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2D792-0008-BB42-8DA9-44AA2DF6F843}" type="datetimeFigureOut">
              <a:rPr lang="en-TH" smtClean="0"/>
              <a:t>20/2/2026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AF4C59-07A4-94ED-98BF-545382B1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251F1-72A4-5D71-1414-FD20879EC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35AA-E6AA-7D4F-BD66-B58C1619211B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8918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83F75-77A7-C884-389C-568418BD8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3DE8C-76A9-834A-423E-75EF5CA489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697FB-1CC4-F3FF-56B6-60D9CFA67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E6ACF-F899-ADD1-D3D9-42DF44393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2D792-0008-BB42-8DA9-44AA2DF6F843}" type="datetimeFigureOut">
              <a:rPr lang="en-TH" smtClean="0"/>
              <a:t>20/2/2026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9A1EF-9BF3-4BC5-EB47-9DACFF31C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6290C-6145-4537-7AFB-E2D8DAE80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35AA-E6AA-7D4F-BD66-B58C1619211B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953714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BBF6D-6D12-2BAF-EFE9-1F4E7AB1A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167F1A-EE16-3C60-8F95-D816C255D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64C74-A5C4-C531-37A8-BF87C8977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2D792-0008-BB42-8DA9-44AA2DF6F843}" type="datetimeFigureOut">
              <a:rPr lang="en-TH" smtClean="0"/>
              <a:t>20/2/2026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AC7A1-09F6-93A0-CE38-CC615EF63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05406-5620-5A87-93CC-A185DA715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35AA-E6AA-7D4F-BD66-B58C1619211B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842331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F6408A-EAE1-7A61-6240-3D43BC93F6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B01EE-F25E-22BB-6B0C-2EBF379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B729F-1E54-53CC-9A93-86B12F1CE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2D792-0008-BB42-8DA9-44AA2DF6F843}" type="datetimeFigureOut">
              <a:rPr lang="en-TH" smtClean="0"/>
              <a:t>20/2/2026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7A5D4-1A2B-5FA5-4CDA-DAA941D3D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F5B1A-11B3-4C04-D8D1-6EFF279A2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35AA-E6AA-7D4F-BD66-B58C1619211B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8909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4ECC25-39D9-43CE-8313-9A16476E4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A06F8-1517-469E-E9FD-ACA4DBCB1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D138D-DCD6-7F81-ECF7-429023FCC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52D792-0008-BB42-8DA9-44AA2DF6F843}" type="datetimeFigureOut">
              <a:rPr lang="en-TH" smtClean="0"/>
              <a:t>20/2/2026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42C46-49BD-636C-5592-F45A617309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B4BB8-8223-2BEC-AAD0-BDDFB6840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635AA-E6AA-7D4F-BD66-B58C1619211B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31435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A3E8-4BA8-4025-5D12-C1184E18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346AC9-D05F-7A45-36AA-177127752981}"/>
              </a:ext>
            </a:extLst>
          </p:cNvPr>
          <p:cNvSpPr txBox="1"/>
          <p:nvPr/>
        </p:nvSpPr>
        <p:spPr>
          <a:xfrm>
            <a:off x="101825" y="94593"/>
            <a:ext cx="4112823" cy="3689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Old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 </a:t>
            </a:r>
            <a:r>
              <a:rPr lang="th-TH" sz="1200" dirty="0"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latin typeface="IBM Plex Sans" panose="020B0503050203000203" pitchFamily="34" charset="0"/>
                <a:cs typeface="+mj-cs"/>
              </a:rPr>
              <a:t>: 1 API  to 1 API Old Core – 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1.2 :  1 API to 5 APIs Old Core 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1.3 :  1 API to 5 APIs Old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3 of 5 API error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1.4 :  1 API to 5 APIs Old Core - 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Timeout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1.5 : 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1.6 :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2 of 3 API error (Update)</a:t>
            </a: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New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1.7 :  1 API to 1 API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  <a:endParaRPr lang="en-US" sz="1200" dirty="0"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1.8 :  1 API to 2 APIs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1.9 :  1 API to 2 APIs New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1/2 API error(Inquiry)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1.10 :  1 API to 1 API New Core </a:t>
            </a: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  <a:endParaRPr lang="en-US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FA4210-92F9-C497-21AA-27D73D1C3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3588420" y="331412"/>
            <a:ext cx="800100" cy="533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2918F9-C256-F9BC-A7DC-46860BAF8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880" y="0"/>
            <a:ext cx="69681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4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A0DF8-E595-28AF-66B1-FB08272A8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87381A-23A5-41DD-5019-F5EF800E0C58}"/>
              </a:ext>
            </a:extLst>
          </p:cNvPr>
          <p:cNvSpPr txBox="1"/>
          <p:nvPr/>
        </p:nvSpPr>
        <p:spPr>
          <a:xfrm>
            <a:off x="101825" y="94593"/>
            <a:ext cx="4112823" cy="3689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Old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 </a:t>
            </a:r>
            <a:r>
              <a:rPr lang="th-TH" sz="1200" dirty="0"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latin typeface="IBM Plex Sans" panose="020B0503050203000203" pitchFamily="34" charset="0"/>
                <a:cs typeface="+mj-cs"/>
              </a:rPr>
              <a:t>: 1 API  to 1 API Old Core – 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1.2 :  1 API to 5 APIs Old Core 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1.3 :  1 API to 5 APIs Old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3 of 5 API error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1.4 :  1 API to 5 APIs Old Core - 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Timeout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1.5 : 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1.6 :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2 of 3 API error (Update)</a:t>
            </a: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New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1.7 :  1 API to 1 API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  <a:endParaRPr lang="en-US" sz="1200" dirty="0"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1.8 :  1 API to 2 APIs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1.9 :  1 API to 2 APIs New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1/2 API error(Inquiry)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1.10 :  1 API to 1 API New Core </a:t>
            </a: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  <a:endParaRPr lang="en-US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0C0520-6FA2-5EFF-CEFE-97D550390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3588420" y="615189"/>
            <a:ext cx="800100" cy="533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47FE5A-EA37-F420-15EC-A449F6AD8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841" y="0"/>
            <a:ext cx="72501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258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C0864-9E05-0F94-7178-BD7931A4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373B11-1C8E-0080-1DA5-6FF65FF57343}"/>
              </a:ext>
            </a:extLst>
          </p:cNvPr>
          <p:cNvSpPr txBox="1"/>
          <p:nvPr/>
        </p:nvSpPr>
        <p:spPr>
          <a:xfrm>
            <a:off x="101825" y="94593"/>
            <a:ext cx="4112823" cy="3689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Old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 </a:t>
            </a:r>
            <a:r>
              <a:rPr lang="th-TH" sz="1200" dirty="0"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latin typeface="IBM Plex Sans" panose="020B0503050203000203" pitchFamily="34" charset="0"/>
                <a:cs typeface="+mj-cs"/>
              </a:rPr>
              <a:t>: 1 API  to 1 API Old Core – 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1.2 :  1 API to 5 APIs Old Core 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1.3 :  1 API to 5 APIs Old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3 of 5 API error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1.4 :  1 API to 5 APIs Old Core - 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Timeout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1.5 : 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1.6 :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2 of 3 API error (Update)</a:t>
            </a: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New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1.7 :  1 API to 1 API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  <a:endParaRPr lang="en-US" sz="1200" dirty="0"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1.8 :  1 API to 2 APIs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1.9 :  1 API to 2 APIs New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1/2 API error(Inquiry)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1.10 :  1 API to 1 API New Core </a:t>
            </a: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  <a:endParaRPr lang="en-US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E02431-0195-C583-C074-2052A6003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4031546" y="888460"/>
            <a:ext cx="800100" cy="5334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E8F2D44-FD22-99E2-D6ED-303969FC7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348" y="0"/>
            <a:ext cx="71116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506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71731-DE52-86BE-B654-AB30B27F9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CF2E5A-9793-AF2E-3592-52A5EBB5B2C2}"/>
              </a:ext>
            </a:extLst>
          </p:cNvPr>
          <p:cNvSpPr txBox="1"/>
          <p:nvPr/>
        </p:nvSpPr>
        <p:spPr>
          <a:xfrm>
            <a:off x="101825" y="94593"/>
            <a:ext cx="4112823" cy="3689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Old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 </a:t>
            </a:r>
            <a:r>
              <a:rPr lang="th-TH" sz="1200" dirty="0"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latin typeface="IBM Plex Sans" panose="020B0503050203000203" pitchFamily="34" charset="0"/>
                <a:cs typeface="+mj-cs"/>
              </a:rPr>
              <a:t>: 1 API  to 1 API Old Core – 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1.2 :  1 API to 5 APIs Old Core 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1.3 :  1 API to 5 APIs Old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3 of 5 API error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1.4 :  1 API to 5 APIs Old Core - 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Timeout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1.5 : 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1.6 :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2 of 3 API error (Update)</a:t>
            </a: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New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1.7 :  1 API to 1 API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  <a:endParaRPr lang="en-US" sz="1200" dirty="0"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1.8 :  1 API to 2 APIs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1.9 :  1 API to 2 APIs New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1/2 API error(Inquiry)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1.10 :  1 API to 1 API New Core </a:t>
            </a: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  <a:endParaRPr lang="en-US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BA3058-0442-0FEE-544D-676103E6F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3588420" y="1172234"/>
            <a:ext cx="800100" cy="533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C73156-D169-DE62-E807-D7A4F46CF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7597" y="0"/>
            <a:ext cx="67244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417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6E12C-5A95-0190-4DB7-0F0E57F9C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B0B643-AE06-C64E-C907-B2CF6BD3AC52}"/>
              </a:ext>
            </a:extLst>
          </p:cNvPr>
          <p:cNvSpPr txBox="1"/>
          <p:nvPr/>
        </p:nvSpPr>
        <p:spPr>
          <a:xfrm>
            <a:off x="101825" y="94593"/>
            <a:ext cx="4112823" cy="3689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Old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 </a:t>
            </a:r>
            <a:r>
              <a:rPr lang="th-TH" sz="1200" dirty="0"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latin typeface="IBM Plex Sans" panose="020B0503050203000203" pitchFamily="34" charset="0"/>
                <a:cs typeface="+mj-cs"/>
              </a:rPr>
              <a:t>: 1 API  to 1 API Old Core – 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1.2 :  1 API to 5 APIs Old Core 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1.3 :  1 API to 5 APIs Old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3 of 5 API error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1.4 :  1 API to 5 APIs Old Core - 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Timeout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1.5 : 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1.6 :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2 of 3 API error (Update)</a:t>
            </a: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New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1.7 :  1 API to 1 API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  <a:endParaRPr lang="en-US" sz="1200" dirty="0"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1.8 :  1 API to 2 APIs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1.9 :  1 API to 2 APIs New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1/2 API error(Inquiry)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1.10 :  1 API to 1 API New Core </a:t>
            </a: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  <a:endParaRPr lang="en-US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260474-5F51-6A8B-16A3-9C68723CD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3567400" y="1434991"/>
            <a:ext cx="800100" cy="5334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0C84FA8-C33C-1637-8214-DFE8834AB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318" y="0"/>
            <a:ext cx="70056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800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7287A-E21D-3FF4-D561-83ED366B8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E2E8B5-A2AB-AB2C-8D05-37E6D35FF710}"/>
              </a:ext>
            </a:extLst>
          </p:cNvPr>
          <p:cNvSpPr txBox="1"/>
          <p:nvPr/>
        </p:nvSpPr>
        <p:spPr>
          <a:xfrm>
            <a:off x="101825" y="94593"/>
            <a:ext cx="4112823" cy="3689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Old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 </a:t>
            </a:r>
            <a:r>
              <a:rPr lang="th-TH" sz="1200" dirty="0"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latin typeface="IBM Plex Sans" panose="020B0503050203000203" pitchFamily="34" charset="0"/>
                <a:cs typeface="+mj-cs"/>
              </a:rPr>
              <a:t>: 1 API  to 1 API Old Core – 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1.2 :  1 API to 5 APIs Old Core 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1.3 :  1 API to 5 APIs Old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3 of 5 API error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1.4 :  1 API to 5 APIs Old Core - 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Timeout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1.5 : 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1.6 :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2 of 3 API error (Update)</a:t>
            </a: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New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1.7 :  1 API to 1 API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  <a:endParaRPr lang="en-US" sz="1200" dirty="0"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1.8 :  1 API to 2 APIs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1.9 :  1 API to 2 APIs New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1/2 API error(Inquiry)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1.10 :  1 API to 1 API New Core </a:t>
            </a: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  <a:endParaRPr lang="en-US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1D2604-08B9-0A5C-29FE-CF0B0234D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3924752" y="1714498"/>
            <a:ext cx="800100" cy="5334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014BD4-026F-373C-518E-261654EB2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281" y="0"/>
            <a:ext cx="66227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542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0CEE3-F90F-8033-E13B-55E0B360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49AC8B-3C6D-FDA5-7711-1787452CCC5B}"/>
              </a:ext>
            </a:extLst>
          </p:cNvPr>
          <p:cNvSpPr txBox="1"/>
          <p:nvPr/>
        </p:nvSpPr>
        <p:spPr>
          <a:xfrm>
            <a:off x="101825" y="94593"/>
            <a:ext cx="4112823" cy="3689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Old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 </a:t>
            </a:r>
            <a:r>
              <a:rPr lang="th-TH" sz="1200" dirty="0"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latin typeface="IBM Plex Sans" panose="020B0503050203000203" pitchFamily="34" charset="0"/>
                <a:cs typeface="+mj-cs"/>
              </a:rPr>
              <a:t>: 1 API  to 1 API Old Core – 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1.2 :  1 API to 5 APIs Old Core 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1.3 :  1 API to 5 APIs Old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3 of 5 API error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1.4 :  1 API to 5 APIs Old Core - 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Timeout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1.5 : 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1.6 :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2 of 3 API error (Update)</a:t>
            </a: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New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1.7 :  1 API to 1 API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  <a:endParaRPr lang="en-US" sz="1200" dirty="0"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1.8 :  1 API to 2 APIs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1.9 :  1 API to 2 APIs New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1/2 API error(Inquiry)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1.10 :  1 API to 1 API New Core </a:t>
            </a: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  <a:endParaRPr lang="en-US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84C885-64E7-1B69-184A-4645D9837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3588420" y="2528068"/>
            <a:ext cx="800100" cy="5334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7C50143-91FD-C4D9-8399-0BBAB2EDCF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79"/>
          <a:stretch>
            <a:fillRect/>
          </a:stretch>
        </p:blipFill>
        <p:spPr>
          <a:xfrm>
            <a:off x="4809168" y="0"/>
            <a:ext cx="73828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9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CC497-9779-0EDE-9073-DF3A7BB82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C16C60-93DC-2F60-12FB-F2D223771074}"/>
              </a:ext>
            </a:extLst>
          </p:cNvPr>
          <p:cNvSpPr txBox="1"/>
          <p:nvPr/>
        </p:nvSpPr>
        <p:spPr>
          <a:xfrm>
            <a:off x="101825" y="94593"/>
            <a:ext cx="4112823" cy="3689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Old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 </a:t>
            </a:r>
            <a:r>
              <a:rPr lang="th-TH" sz="1200" dirty="0"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latin typeface="IBM Plex Sans" panose="020B0503050203000203" pitchFamily="34" charset="0"/>
                <a:cs typeface="+mj-cs"/>
              </a:rPr>
              <a:t>: 1 API  to 1 API Old Core – 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1.2 :  1 API to 5 APIs Old Core 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1.3 :  1 API to 5 APIs Old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3 of 5 API error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1.4 :  1 API to 5 APIs Old Core - 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Timeout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1.5 : 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1.6 :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2 of 3 API error (Update)</a:t>
            </a: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New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1.7 :  1 API to 1 API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  <a:endParaRPr lang="en-US" sz="1200" dirty="0"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1.8 :  1 API to 2 APIs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1.9 :  1 API to 2 APIs New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1/2 API error(Inquiry)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1.10 :  1 API to 1 API New Core </a:t>
            </a: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  <a:endParaRPr lang="en-US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E4F852-46CB-D1DA-E685-A4DFFE5473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3640972" y="2811845"/>
            <a:ext cx="800100" cy="533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C64DD5-8683-51E0-C3C1-5B50B7586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862" y="0"/>
            <a:ext cx="61031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563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A687D-1607-B65B-9159-097D1C2E8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B05AE1-D6D0-8AC1-317C-84A4D1E775C7}"/>
              </a:ext>
            </a:extLst>
          </p:cNvPr>
          <p:cNvSpPr txBox="1"/>
          <p:nvPr/>
        </p:nvSpPr>
        <p:spPr>
          <a:xfrm>
            <a:off x="101825" y="94593"/>
            <a:ext cx="4112823" cy="3689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Old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 </a:t>
            </a:r>
            <a:r>
              <a:rPr lang="th-TH" sz="1200" dirty="0"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latin typeface="IBM Plex Sans" panose="020B0503050203000203" pitchFamily="34" charset="0"/>
                <a:cs typeface="+mj-cs"/>
              </a:rPr>
              <a:t>: 1 API  to 1 API Old Core – 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1.2 :  1 API to 5 APIs Old Core 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1.3 :  1 API to 5 APIs Old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3 of 5 API error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1.4 :  1 API to 5 APIs Old Core - 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Timeout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1.5 : 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1.6 :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2 of 3 API error (Update)</a:t>
            </a: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New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1.7 :  1 API to 1 API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  <a:endParaRPr lang="en-US" sz="1200" dirty="0"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1.8 :  1 API to 2 APIs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1.9 :  1 API to 2 APIs New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1/2 API error(Inquiry)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1.10 :  1 API to 1 API New Core </a:t>
            </a: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  <a:endParaRPr lang="en-US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3CC6DF-C6E0-9F18-86EC-C3BB6F924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3962248" y="3096050"/>
            <a:ext cx="800100" cy="533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0A015C-6F5E-DE4F-2D65-368459756C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295"/>
          <a:stretch>
            <a:fillRect/>
          </a:stretch>
        </p:blipFill>
        <p:spPr>
          <a:xfrm>
            <a:off x="6857792" y="0"/>
            <a:ext cx="53342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46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BE763-776F-FF90-AA9C-2604CF177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5D3F0D-A52F-8F02-5D85-80B622E21D75}"/>
              </a:ext>
            </a:extLst>
          </p:cNvPr>
          <p:cNvSpPr txBox="1"/>
          <p:nvPr/>
        </p:nvSpPr>
        <p:spPr>
          <a:xfrm>
            <a:off x="101825" y="94593"/>
            <a:ext cx="4112823" cy="3689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Old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 </a:t>
            </a:r>
            <a:r>
              <a:rPr lang="th-TH" sz="1200" dirty="0"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latin typeface="IBM Plex Sans" panose="020B0503050203000203" pitchFamily="34" charset="0"/>
                <a:cs typeface="+mj-cs"/>
              </a:rPr>
              <a:t>: 1 API  to 1 API Old Core – 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1.2 :  1 API to 5 APIs Old Core 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1.3 :  1 API to 5 APIs Old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3 of 5 API error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1.4 :  1 API to 5 APIs Old Core - 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Timeout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1.5 : 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1.6 : 1 API to 3 API Old Core –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 2 of 3 API error (Update)</a:t>
            </a: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endParaRPr lang="th-TH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New Core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1.7 :  1 API to 1 API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 </a:t>
            </a:r>
            <a:endParaRPr lang="en-US" sz="1200" dirty="0">
              <a:latin typeface="IBM Plex Sans" panose="020B0503050203000203" pitchFamily="34" charset="0"/>
              <a:cs typeface="+mj-cs"/>
            </a:endParaRP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1.8 :  1 API to 2 APIs New Core – </a:t>
            </a:r>
            <a:r>
              <a:rPr lang="en-US" sz="1200" dirty="0">
                <a:solidFill>
                  <a:srgbClr val="009E47"/>
                </a:solidFill>
                <a:latin typeface="IBM Plex Sans" panose="020B0503050203000203" pitchFamily="34" charset="0"/>
                <a:cs typeface="+mj-cs"/>
              </a:rPr>
              <a:t>Success 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1.9 :  1 API to 2 APIs New Core – </a:t>
            </a:r>
            <a:r>
              <a:rPr lang="en-US" sz="1200" dirty="0">
                <a:solidFill>
                  <a:srgbClr val="FF0000"/>
                </a:solidFill>
                <a:latin typeface="IBM Plex Sans" panose="020B0503050203000203" pitchFamily="34" charset="0"/>
                <a:cs typeface="+mj-cs"/>
              </a:rPr>
              <a:t>1/2 API error(Inquiry)</a:t>
            </a:r>
          </a:p>
          <a:p>
            <a:pPr algn="thaiDist">
              <a:lnSpc>
                <a:spcPct val="150000"/>
              </a:lnSpc>
            </a:pPr>
            <a:r>
              <a:rPr lang="en-US" sz="1200" dirty="0">
                <a:latin typeface="IBM Plex Sans" panose="020B0503050203000203" pitchFamily="34" charset="0"/>
                <a:cs typeface="+mj-cs"/>
              </a:rPr>
              <a:t>1.10 :  1 API to 1 API New Core </a:t>
            </a:r>
            <a:r>
              <a:rPr lang="en-US" sz="1200" dirty="0">
                <a:solidFill>
                  <a:schemeClr val="tx2"/>
                </a:solidFill>
                <a:latin typeface="IBM Plex Sans" panose="020B0503050203000203" pitchFamily="34" charset="0"/>
                <a:cs typeface="+mj-cs"/>
              </a:rPr>
              <a:t>– </a:t>
            </a:r>
            <a:r>
              <a:rPr lang="en-US" sz="1200" dirty="0">
                <a:solidFill>
                  <a:srgbClr val="00B050"/>
                </a:solidFill>
                <a:latin typeface="IBM Plex Sans" panose="020B0503050203000203" pitchFamily="34" charset="0"/>
                <a:cs typeface="+mj-cs"/>
              </a:rPr>
              <a:t>Success (Update)</a:t>
            </a:r>
            <a:endParaRPr lang="en-US" sz="1200" dirty="0">
              <a:solidFill>
                <a:srgbClr val="FF0000"/>
              </a:solidFill>
              <a:latin typeface="IBM Plex Sans" panose="020B0503050203000203" pitchFamily="34" charset="0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F621FA-0F93-0326-C52E-F6A6488EB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3640972" y="3367901"/>
            <a:ext cx="800100" cy="5334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AA8C14-0BF7-B10E-CA8C-6A6E5F72F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01" y="0"/>
            <a:ext cx="67513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02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2767</TotalTime>
  <Words>1541</Words>
  <Application>Microsoft Macintosh PowerPoint</Application>
  <PresentationFormat>Widescreen</PresentationFormat>
  <Paragraphs>131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Natthaphat Kitisirisuk</dc:creator>
  <cp:lastModifiedBy>Natthaphat Kitisirisuk</cp:lastModifiedBy>
  <cp:revision>6</cp:revision>
  <dcterms:created xsi:type="dcterms:W3CDTF">2026-02-18T10:13:14Z</dcterms:created>
  <dcterms:modified xsi:type="dcterms:W3CDTF">2026-02-20T08:21:42Z</dcterms:modified>
</cp:coreProperties>
</file>